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26" autoAdjust="0"/>
    <p:restoredTop sz="94660"/>
  </p:normalViewPr>
  <p:slideViewPr>
    <p:cSldViewPr snapToGrid="0">
      <p:cViewPr varScale="1">
        <p:scale>
          <a:sx n="80" d="100"/>
          <a:sy n="80" d="100"/>
        </p:scale>
        <p:origin x="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00D21-767C-ED72-2E16-23232AB7C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B2A914-C26A-0FC0-13DE-0E7D0F6FA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86BDD1-EF61-2D72-E12A-2E485D3F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27F1-B821-455E-93D5-7FFCAFB6839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24DB4E-9578-61EE-F4DC-A3804B28D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9CC244-1200-94C1-4D07-C9BD0D0C1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7822A-327B-46C9-A018-AED1C7BB31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30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536D6C-FF53-FD96-8FC6-55953BCA5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A66C35-FF5C-248E-A690-C6C874629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7C4451-FA60-25AF-2B11-729B6009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27F1-B821-455E-93D5-7FFCAFB6839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1FC39-C6EC-3DE5-2ACF-1C7738EEB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BE44B5-6FBA-05AF-D15A-1F86932D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7822A-327B-46C9-A018-AED1C7BB31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171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D64F1-167A-7141-5E54-DD00C298B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2DCFDF-829D-7D3F-3943-82BAAA77F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CE59C-0C99-4C97-39DA-E3725CA63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27F1-B821-455E-93D5-7FFCAFB6839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52782-ECDB-F1EC-68DC-6B687B090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FE2FEB-A09A-F832-FAAD-87D70BA08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7822A-327B-46C9-A018-AED1C7BB31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683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7EF61-CA8F-BF63-560B-77077A934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E9847-0258-300F-7372-BCA33BB983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C69783-4713-90D4-D346-7E19B7AB5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2E0A8-64DD-28B7-B12A-807154439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27F1-B821-455E-93D5-7FFCAFB6839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38426D-7FDA-3972-FC1E-C894D18C1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A352F0-0BCB-73CB-0EA5-007C8367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7822A-327B-46C9-A018-AED1C7BB31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04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38286-0F14-D6A6-E584-BCA534FA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2E7C95-208A-FE4D-63CC-751113A62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1BCC87-F5FB-04F6-DBE5-FF0384B73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3673D1-19EE-E973-0375-0334652CE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279D3A-E96D-1C3B-6F8E-B7C30301B5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B9A4D8-1973-5460-058C-2610749E9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27F1-B821-455E-93D5-7FFCAFB6839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4651B3-8DBD-71E9-9443-DD1D311BA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90DB2D-DF58-68AF-B094-319EC1DC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7822A-327B-46C9-A018-AED1C7BB31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6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A2420-440C-F804-8435-9F347194B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D73A7F-AC8C-7840-8EFA-BDDD4BCF4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27F1-B821-455E-93D5-7FFCAFB6839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7C10F7-4483-67DC-78B2-19806BBD1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3E031D-6836-1AA9-6388-D29E872D1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7822A-327B-46C9-A018-AED1C7BB31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33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D24F55-F103-27C2-CDF1-AB4AAB53F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27F1-B821-455E-93D5-7FFCAFB6839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491BAA-E518-F70E-5D06-9231F220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E32E67-90D3-2595-16FF-A0A9DCCBF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7822A-327B-46C9-A018-AED1C7BB31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67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722D6-F6E5-A4A1-FF71-447ADE8D0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BF1664-4DBB-3709-EBB6-72F4DDB06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90DF6E-0BCF-9C4F-67F4-B10FD7F17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C750D1-BCDE-25ED-051B-612F5AA6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27F1-B821-455E-93D5-7FFCAFB6839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B202B3-5150-1588-7BCE-F7651F8A9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20ACED-C240-DC37-B11C-D36866DD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7822A-327B-46C9-A018-AED1C7BB31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66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D7B07-22AC-8A03-670C-D348A765F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489175-A303-B2EA-3467-6EF995536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817BF9-1075-59FF-FB46-C7B57BA4A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8A6FFB-4C75-B721-51FA-E7CD5BBF4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27F1-B821-455E-93D5-7FFCAFB6839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AB0788-7778-0231-A89F-E310A1CE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791E71-D030-EF9F-8EBB-7E44AE2AC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7822A-327B-46C9-A018-AED1C7BB31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998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47CF0-B39F-B7AB-670B-BD298E3C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EA92D6-5B0E-35D4-41F6-5C5752D43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ED8399-9FB4-FF15-6010-D6E627EBD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27F1-B821-455E-93D5-7FFCAFB6839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77F510-9AF5-0AD5-3544-B57C4E526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160DAE-67AE-B4B6-8A2B-BC23F93D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7822A-327B-46C9-A018-AED1C7BB31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327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7BBCA6-5ABE-26BB-9E9A-7CD0E948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4BAC83-2B1D-F608-C368-59693195A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F86481-EC44-8626-3FAC-86B4A66DD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27F1-B821-455E-93D5-7FFCAFB6839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C756B1-110B-C20D-EEED-B878C4010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FB6674-7BFF-2EE8-6A94-F528A2CB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7822A-327B-46C9-A018-AED1C7BB31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888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6E566A-425A-859D-F76A-79B0CEF53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FADC28-C931-0BEF-B5F2-8808AB217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03D154-1967-4CD7-7E57-D317D79EB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127F1-B821-455E-93D5-7FFCAFB6839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CD2E2F-B6F1-B529-55F7-6117DB11D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3B5855-1E7D-4C42-F73E-7753C83D0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7822A-327B-46C9-A018-AED1C7BB31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28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3C5318A-6ED4-475E-FEA8-C507E38BCF11}"/>
              </a:ext>
            </a:extLst>
          </p:cNvPr>
          <p:cNvCxnSpPr>
            <a:cxnSpLocks/>
          </p:cNvCxnSpPr>
          <p:nvPr/>
        </p:nvCxnSpPr>
        <p:spPr>
          <a:xfrm>
            <a:off x="2882348" y="45720"/>
            <a:ext cx="0" cy="654392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58AEBAE-3821-A42E-9761-B536398E8F19}"/>
              </a:ext>
            </a:extLst>
          </p:cNvPr>
          <p:cNvSpPr txBox="1"/>
          <p:nvPr/>
        </p:nvSpPr>
        <p:spPr>
          <a:xfrm>
            <a:off x="2976880" y="300162"/>
            <a:ext cx="132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内核态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085C39-185A-4C86-732B-01287F8F5099}"/>
              </a:ext>
            </a:extLst>
          </p:cNvPr>
          <p:cNvSpPr txBox="1"/>
          <p:nvPr/>
        </p:nvSpPr>
        <p:spPr>
          <a:xfrm>
            <a:off x="1778000" y="320040"/>
            <a:ext cx="132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用户态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DBFBC3-CEB8-4E1C-3971-CA8CB2D6F2F2}"/>
              </a:ext>
            </a:extLst>
          </p:cNvPr>
          <p:cNvSpPr/>
          <p:nvPr/>
        </p:nvSpPr>
        <p:spPr>
          <a:xfrm>
            <a:off x="721360" y="1829681"/>
            <a:ext cx="1686556" cy="2951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C693C0-19F4-6728-1973-A3F5348228BF}"/>
              </a:ext>
            </a:extLst>
          </p:cNvPr>
          <p:cNvSpPr txBox="1"/>
          <p:nvPr/>
        </p:nvSpPr>
        <p:spPr>
          <a:xfrm>
            <a:off x="1080494" y="1366520"/>
            <a:ext cx="132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应用程序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617804-AE47-99B0-7083-84E4FF269DBD}"/>
              </a:ext>
            </a:extLst>
          </p:cNvPr>
          <p:cNvSpPr txBox="1"/>
          <p:nvPr/>
        </p:nvSpPr>
        <p:spPr>
          <a:xfrm>
            <a:off x="721360" y="2834640"/>
            <a:ext cx="1688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System Call Ai</a:t>
            </a:r>
          </a:p>
          <a:p>
            <a:pPr algn="ctr"/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1600" dirty="0" err="1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是功能号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)</a:t>
            </a:r>
            <a:endParaRPr lang="zh-CN" altLang="en-US" sz="1600" dirty="0">
              <a:latin typeface="华文中宋" panose="02010600040101010101" pitchFamily="2" charset="-122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21860-07BF-10EC-9A4F-9FA7A5A26CA8}"/>
              </a:ext>
            </a:extLst>
          </p:cNvPr>
          <p:cNvSpPr/>
          <p:nvPr/>
        </p:nvSpPr>
        <p:spPr>
          <a:xfrm>
            <a:off x="3464839" y="1093304"/>
            <a:ext cx="3665433" cy="5444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E49E82-4B8C-38AE-A220-8B5092F606B8}"/>
              </a:ext>
            </a:extLst>
          </p:cNvPr>
          <p:cNvSpPr txBox="1"/>
          <p:nvPr/>
        </p:nvSpPr>
        <p:spPr>
          <a:xfrm>
            <a:off x="3639820" y="1321683"/>
            <a:ext cx="1440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保护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CPU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现场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225479-06EB-0014-FB61-2435E782D7D0}"/>
              </a:ext>
            </a:extLst>
          </p:cNvPr>
          <p:cNvSpPr txBox="1"/>
          <p:nvPr/>
        </p:nvSpPr>
        <p:spPr>
          <a:xfrm>
            <a:off x="3639820" y="2975055"/>
            <a:ext cx="14407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取系统调用功能号，查入口地址表，转向响应的入口地址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22D57F-4448-9DE7-80EE-EB61FB6E237A}"/>
              </a:ext>
            </a:extLst>
          </p:cNvPr>
          <p:cNvSpPr txBox="1"/>
          <p:nvPr/>
        </p:nvSpPr>
        <p:spPr>
          <a:xfrm>
            <a:off x="3841570" y="6178922"/>
            <a:ext cx="1440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结束处理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C923C0-AF80-54F1-E40D-C7892346872E}"/>
              </a:ext>
            </a:extLst>
          </p:cNvPr>
          <p:cNvSpPr txBox="1"/>
          <p:nvPr/>
        </p:nvSpPr>
        <p:spPr>
          <a:xfrm>
            <a:off x="5481872" y="1321683"/>
            <a:ext cx="1440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入口地址表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3FAB862-A621-D353-8CA1-BBE019F38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676131"/>
              </p:ext>
            </p:extLst>
          </p:nvPr>
        </p:nvGraphicFramePr>
        <p:xfrm>
          <a:off x="5560060" y="2031332"/>
          <a:ext cx="1071880" cy="4120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880">
                  <a:extLst>
                    <a:ext uri="{9D8B030D-6E8A-4147-A177-3AD203B41FA5}">
                      <a16:colId xmlns:a16="http://schemas.microsoft.com/office/drawing/2014/main" val="1011642609"/>
                    </a:ext>
                  </a:extLst>
                </a:gridCol>
              </a:tblGrid>
              <a:tr h="43407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798798"/>
                  </a:ext>
                </a:extLst>
              </a:tr>
              <a:tr h="434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1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827924"/>
                  </a:ext>
                </a:extLst>
              </a:tr>
              <a:tr h="434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1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58555"/>
                  </a:ext>
                </a:extLst>
              </a:tr>
              <a:tr h="975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93604"/>
                  </a:ext>
                </a:extLst>
              </a:tr>
              <a:tr h="434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1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272155"/>
                  </a:ext>
                </a:extLst>
              </a:tr>
              <a:tr h="975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69088"/>
                  </a:ext>
                </a:extLst>
              </a:tr>
              <a:tr h="434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1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6661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BEA6B489-415A-F45D-0CF6-0C18E92BFAF3}"/>
              </a:ext>
            </a:extLst>
          </p:cNvPr>
          <p:cNvSpPr txBox="1"/>
          <p:nvPr/>
        </p:nvSpPr>
        <p:spPr>
          <a:xfrm>
            <a:off x="4164497" y="750385"/>
            <a:ext cx="2295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系统调用陷阱机制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15BA47-7593-7306-0F9A-84BACA071622}"/>
              </a:ext>
            </a:extLst>
          </p:cNvPr>
          <p:cNvSpPr/>
          <p:nvPr/>
        </p:nvSpPr>
        <p:spPr>
          <a:xfrm>
            <a:off x="8010324" y="1660236"/>
            <a:ext cx="3665433" cy="48812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3F369D7-8363-4D17-0C18-E354A061D27C}"/>
              </a:ext>
            </a:extLst>
          </p:cNvPr>
          <p:cNvSpPr txBox="1"/>
          <p:nvPr/>
        </p:nvSpPr>
        <p:spPr>
          <a:xfrm>
            <a:off x="8695071" y="1054012"/>
            <a:ext cx="2295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系统调用服务例程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AE66FD6-662A-D61F-291C-114B4D7A1D19}"/>
              </a:ext>
            </a:extLst>
          </p:cNvPr>
          <p:cNvSpPr txBox="1"/>
          <p:nvPr/>
        </p:nvSpPr>
        <p:spPr>
          <a:xfrm>
            <a:off x="8511921" y="2031332"/>
            <a:ext cx="713572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4A56553-5386-8B2C-1424-770ECE600464}"/>
              </a:ext>
            </a:extLst>
          </p:cNvPr>
          <p:cNvSpPr/>
          <p:nvPr/>
        </p:nvSpPr>
        <p:spPr>
          <a:xfrm>
            <a:off x="9609779" y="1948069"/>
            <a:ext cx="1686556" cy="526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0CE9FB-9810-E1A0-9366-15F22669DC27}"/>
              </a:ext>
            </a:extLst>
          </p:cNvPr>
          <p:cNvSpPr txBox="1"/>
          <p:nvPr/>
        </p:nvSpPr>
        <p:spPr>
          <a:xfrm>
            <a:off x="9609779" y="2046606"/>
            <a:ext cx="1686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服务例程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F6BF213-5785-AA1D-6AEF-2A686D7927FB}"/>
              </a:ext>
            </a:extLst>
          </p:cNvPr>
          <p:cNvSpPr txBox="1"/>
          <p:nvPr/>
        </p:nvSpPr>
        <p:spPr>
          <a:xfrm>
            <a:off x="8542037" y="5813714"/>
            <a:ext cx="713572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lang="en-US" altLang="zh-CN" b="1" baseline="-250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n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512BA98-408A-D720-5DC2-E56EE62453B4}"/>
              </a:ext>
            </a:extLst>
          </p:cNvPr>
          <p:cNvSpPr/>
          <p:nvPr/>
        </p:nvSpPr>
        <p:spPr>
          <a:xfrm>
            <a:off x="9639895" y="5730451"/>
            <a:ext cx="1686556" cy="526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C18668-1BC7-5E3A-3F37-8762EA39F955}"/>
              </a:ext>
            </a:extLst>
          </p:cNvPr>
          <p:cNvSpPr txBox="1"/>
          <p:nvPr/>
        </p:nvSpPr>
        <p:spPr>
          <a:xfrm>
            <a:off x="9639895" y="5828988"/>
            <a:ext cx="1686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服务例程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lang="en-US" altLang="zh-CN" b="1" baseline="-250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n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E2B6968-39A7-07D8-1253-DF432A4427B7}"/>
              </a:ext>
            </a:extLst>
          </p:cNvPr>
          <p:cNvSpPr txBox="1"/>
          <p:nvPr/>
        </p:nvSpPr>
        <p:spPr>
          <a:xfrm>
            <a:off x="8494023" y="4437802"/>
            <a:ext cx="713572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i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4CCD476-741C-A704-1658-560FF5F69FA6}"/>
              </a:ext>
            </a:extLst>
          </p:cNvPr>
          <p:cNvSpPr/>
          <p:nvPr/>
        </p:nvSpPr>
        <p:spPr>
          <a:xfrm>
            <a:off x="9591881" y="4354539"/>
            <a:ext cx="1686556" cy="526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A6BD3E8-2478-7415-E3BF-CA02C65BB9AA}"/>
              </a:ext>
            </a:extLst>
          </p:cNvPr>
          <p:cNvSpPr txBox="1"/>
          <p:nvPr/>
        </p:nvSpPr>
        <p:spPr>
          <a:xfrm>
            <a:off x="9591881" y="4453076"/>
            <a:ext cx="1686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服务例程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i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A173936-1FA7-1F54-DF40-3F6A69E7B1CB}"/>
              </a:ext>
            </a:extLst>
          </p:cNvPr>
          <p:cNvSpPr txBox="1"/>
          <p:nvPr/>
        </p:nvSpPr>
        <p:spPr>
          <a:xfrm>
            <a:off x="8513901" y="2650417"/>
            <a:ext cx="713572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lang="en-US" altLang="zh-CN" b="1" baseline="-250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720823F-4053-C38A-32CA-A5BA71D58899}"/>
              </a:ext>
            </a:extLst>
          </p:cNvPr>
          <p:cNvSpPr/>
          <p:nvPr/>
        </p:nvSpPr>
        <p:spPr>
          <a:xfrm>
            <a:off x="9611759" y="2567154"/>
            <a:ext cx="1686556" cy="526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E35E821-85C9-D8AC-98B0-22CE0BD822B6}"/>
              </a:ext>
            </a:extLst>
          </p:cNvPr>
          <p:cNvSpPr txBox="1"/>
          <p:nvPr/>
        </p:nvSpPr>
        <p:spPr>
          <a:xfrm>
            <a:off x="9611759" y="2665691"/>
            <a:ext cx="1686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服务例程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lang="en-US" altLang="zh-CN" b="1" baseline="-250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4D0EF92-B691-C9A3-81CB-35C036F10064}"/>
              </a:ext>
            </a:extLst>
          </p:cNvPr>
          <p:cNvSpPr txBox="1"/>
          <p:nvPr/>
        </p:nvSpPr>
        <p:spPr>
          <a:xfrm>
            <a:off x="8524437" y="3275815"/>
            <a:ext cx="713572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lang="en-US" altLang="zh-CN" b="1" baseline="-250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BA37AF9-7D1E-9443-086A-E81915346F53}"/>
              </a:ext>
            </a:extLst>
          </p:cNvPr>
          <p:cNvSpPr/>
          <p:nvPr/>
        </p:nvSpPr>
        <p:spPr>
          <a:xfrm>
            <a:off x="9622295" y="3192552"/>
            <a:ext cx="1686556" cy="526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4FAA7B3-1E63-8402-489B-DF43E98AD11C}"/>
              </a:ext>
            </a:extLst>
          </p:cNvPr>
          <p:cNvSpPr txBox="1"/>
          <p:nvPr/>
        </p:nvSpPr>
        <p:spPr>
          <a:xfrm>
            <a:off x="9622295" y="3291089"/>
            <a:ext cx="1686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服务例程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lang="en-US" altLang="zh-CN" b="1" baseline="-250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DCB20AB-87DB-A24E-EF41-102D86708D7B}"/>
              </a:ext>
            </a:extLst>
          </p:cNvPr>
          <p:cNvSpPr txBox="1"/>
          <p:nvPr/>
        </p:nvSpPr>
        <p:spPr>
          <a:xfrm>
            <a:off x="10222224" y="3942337"/>
            <a:ext cx="461665" cy="3561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7EF8525-ABDC-3813-00DC-90BC3712EE95}"/>
              </a:ext>
            </a:extLst>
          </p:cNvPr>
          <p:cNvSpPr txBox="1"/>
          <p:nvPr/>
        </p:nvSpPr>
        <p:spPr>
          <a:xfrm>
            <a:off x="10252340" y="5177350"/>
            <a:ext cx="461665" cy="3561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1C261FE-16F9-F209-3FE3-1754ABE1F082}"/>
              </a:ext>
            </a:extLst>
          </p:cNvPr>
          <p:cNvCxnSpPr>
            <a:stCxn id="11" idx="3"/>
          </p:cNvCxnSpPr>
          <p:nvPr/>
        </p:nvCxnSpPr>
        <p:spPr>
          <a:xfrm flipV="1">
            <a:off x="2409464" y="1551186"/>
            <a:ext cx="1055375" cy="1591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463853C-E94F-5684-211D-309E111BEAAC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2409464" y="3142417"/>
            <a:ext cx="1091379" cy="3162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CA160097-BBE7-9C7C-E619-5DE1E6DFB2CA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4360187" y="1660237"/>
            <a:ext cx="0" cy="1314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37C6D26-ED4D-5603-B46E-B03F1C38356F}"/>
              </a:ext>
            </a:extLst>
          </p:cNvPr>
          <p:cNvCxnSpPr>
            <a:cxnSpLocks/>
          </p:cNvCxnSpPr>
          <p:nvPr/>
        </p:nvCxnSpPr>
        <p:spPr>
          <a:xfrm>
            <a:off x="4353563" y="4277541"/>
            <a:ext cx="0" cy="1874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534DEC5-7A3F-89A6-C53B-A572F2BDC0C8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5080553" y="3636775"/>
            <a:ext cx="384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4DBAD14-F094-C5FB-8D07-353DB7A55780}"/>
              </a:ext>
            </a:extLst>
          </p:cNvPr>
          <p:cNvCxnSpPr>
            <a:cxnSpLocks/>
          </p:cNvCxnSpPr>
          <p:nvPr/>
        </p:nvCxnSpPr>
        <p:spPr>
          <a:xfrm>
            <a:off x="6845399" y="4609551"/>
            <a:ext cx="1264338" cy="8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6F69B5E3-A2C0-814D-AEBE-3B8C06C017C6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75777" y="4960844"/>
            <a:ext cx="3705447" cy="1420076"/>
          </a:xfrm>
          <a:prstGeom prst="bentConnector3">
            <a:avLst>
              <a:gd name="adj1" fmla="val 3015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F443BE38-6CD9-8CA4-9EEF-8C4F16A2106C}"/>
              </a:ext>
            </a:extLst>
          </p:cNvPr>
          <p:cNvSpPr txBox="1"/>
          <p:nvPr/>
        </p:nvSpPr>
        <p:spPr>
          <a:xfrm>
            <a:off x="2352224" y="2089584"/>
            <a:ext cx="1440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陷入指令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16FE0BD-3225-9E6E-CA52-8F1F87C97CA3}"/>
              </a:ext>
            </a:extLst>
          </p:cNvPr>
          <p:cNvSpPr txBox="1"/>
          <p:nvPr/>
        </p:nvSpPr>
        <p:spPr>
          <a:xfrm>
            <a:off x="2526324" y="4622290"/>
            <a:ext cx="8216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2015213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DBC78369-D13C-C610-AE38-CEB60C50DA57}"/>
              </a:ext>
            </a:extLst>
          </p:cNvPr>
          <p:cNvSpPr/>
          <p:nvPr/>
        </p:nvSpPr>
        <p:spPr>
          <a:xfrm>
            <a:off x="4921857" y="1455089"/>
            <a:ext cx="763325" cy="76332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78177A6-B3F8-21EB-BB39-A549E423C976}"/>
              </a:ext>
            </a:extLst>
          </p:cNvPr>
          <p:cNvSpPr/>
          <p:nvPr/>
        </p:nvSpPr>
        <p:spPr>
          <a:xfrm>
            <a:off x="3332920" y="2855844"/>
            <a:ext cx="763325" cy="76332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85D4908-08E2-29CE-FAD1-F630B350BC75}"/>
              </a:ext>
            </a:extLst>
          </p:cNvPr>
          <p:cNvSpPr/>
          <p:nvPr/>
        </p:nvSpPr>
        <p:spPr>
          <a:xfrm>
            <a:off x="4921857" y="2877046"/>
            <a:ext cx="763325" cy="76332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C3B05CA-6D1E-E879-C6FD-FC134C44BA5A}"/>
              </a:ext>
            </a:extLst>
          </p:cNvPr>
          <p:cNvSpPr/>
          <p:nvPr/>
        </p:nvSpPr>
        <p:spPr>
          <a:xfrm>
            <a:off x="6606208" y="2855844"/>
            <a:ext cx="763325" cy="76332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D31476B-21CF-1551-DCF2-759E3B75E939}"/>
              </a:ext>
            </a:extLst>
          </p:cNvPr>
          <p:cNvSpPr/>
          <p:nvPr/>
        </p:nvSpPr>
        <p:spPr>
          <a:xfrm>
            <a:off x="2706090" y="4199613"/>
            <a:ext cx="763325" cy="76332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D72302D-B276-F6C5-C570-4FBC48D3C288}"/>
              </a:ext>
            </a:extLst>
          </p:cNvPr>
          <p:cNvSpPr/>
          <p:nvPr/>
        </p:nvSpPr>
        <p:spPr>
          <a:xfrm>
            <a:off x="3714582" y="4199613"/>
            <a:ext cx="763325" cy="76332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48590FF-3E5F-A0F2-7257-4CEDADD48B1D}"/>
              </a:ext>
            </a:extLst>
          </p:cNvPr>
          <p:cNvSpPr/>
          <p:nvPr/>
        </p:nvSpPr>
        <p:spPr>
          <a:xfrm>
            <a:off x="4921856" y="4196960"/>
            <a:ext cx="763325" cy="76332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ECC3875-F869-E648-EE0A-713EB3501223}"/>
              </a:ext>
            </a:extLst>
          </p:cNvPr>
          <p:cNvSpPr/>
          <p:nvPr/>
        </p:nvSpPr>
        <p:spPr>
          <a:xfrm>
            <a:off x="2706089" y="5543380"/>
            <a:ext cx="763325" cy="76332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34A97E2-5A14-4A8A-288A-3E5154AF8495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3714583" y="2106628"/>
            <a:ext cx="1319060" cy="749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48F2476-2544-9007-D29E-40E04B1D99DB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5303520" y="2218414"/>
            <a:ext cx="0" cy="658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78F0605-FF83-FA60-DB86-EB4C3572D81A}"/>
              </a:ext>
            </a:extLst>
          </p:cNvPr>
          <p:cNvCxnSpPr>
            <a:stCxn id="5" idx="3"/>
            <a:endCxn id="8" idx="0"/>
          </p:cNvCxnSpPr>
          <p:nvPr/>
        </p:nvCxnSpPr>
        <p:spPr>
          <a:xfrm flipH="1">
            <a:off x="3087753" y="3507383"/>
            <a:ext cx="356953" cy="692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7C53CCD-5341-3879-2761-27A1A028DDCD}"/>
              </a:ext>
            </a:extLst>
          </p:cNvPr>
          <p:cNvCxnSpPr>
            <a:stCxn id="4" idx="5"/>
            <a:endCxn id="7" idx="0"/>
          </p:cNvCxnSpPr>
          <p:nvPr/>
        </p:nvCxnSpPr>
        <p:spPr>
          <a:xfrm>
            <a:off x="5573396" y="2106628"/>
            <a:ext cx="1414475" cy="749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F8351CD-0D97-7DBD-9C05-B94AFBA0134F}"/>
              </a:ext>
            </a:extLst>
          </p:cNvPr>
          <p:cNvCxnSpPr>
            <a:stCxn id="6" idx="4"/>
            <a:endCxn id="10" idx="0"/>
          </p:cNvCxnSpPr>
          <p:nvPr/>
        </p:nvCxnSpPr>
        <p:spPr>
          <a:xfrm flipH="1">
            <a:off x="5303519" y="3640371"/>
            <a:ext cx="1" cy="556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908203B-9ED3-B53A-BB8E-55B7544CC354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flipH="1">
            <a:off x="3087752" y="4962938"/>
            <a:ext cx="1" cy="580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86F82C2-276B-DBE0-5770-1284D5BA8B6A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3984459" y="3507383"/>
            <a:ext cx="111786" cy="692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E7C7C7C1-C75B-FCDF-0F29-1450BFCBA1E7}"/>
              </a:ext>
            </a:extLst>
          </p:cNvPr>
          <p:cNvSpPr txBox="1"/>
          <p:nvPr/>
        </p:nvSpPr>
        <p:spPr>
          <a:xfrm>
            <a:off x="5116662" y="1644071"/>
            <a:ext cx="37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</a:t>
            </a:r>
            <a:endParaRPr lang="zh-CN" altLang="en-US" b="1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77512EE-0B6D-75AF-86BA-9A54AF3D46C9}"/>
              </a:ext>
            </a:extLst>
          </p:cNvPr>
          <p:cNvSpPr txBox="1"/>
          <p:nvPr/>
        </p:nvSpPr>
        <p:spPr>
          <a:xfrm>
            <a:off x="3527726" y="3014573"/>
            <a:ext cx="37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</a:t>
            </a:r>
            <a:endParaRPr lang="zh-CN" altLang="en-US" b="1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9B264D8-4BB2-D511-E1C7-699F9AF539F1}"/>
              </a:ext>
            </a:extLst>
          </p:cNvPr>
          <p:cNvSpPr txBox="1"/>
          <p:nvPr/>
        </p:nvSpPr>
        <p:spPr>
          <a:xfrm>
            <a:off x="5129057" y="3052840"/>
            <a:ext cx="37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2D56581-DD11-F47C-3544-9E31538EDC6A}"/>
              </a:ext>
            </a:extLst>
          </p:cNvPr>
          <p:cNvSpPr txBox="1"/>
          <p:nvPr/>
        </p:nvSpPr>
        <p:spPr>
          <a:xfrm>
            <a:off x="6829309" y="3052840"/>
            <a:ext cx="37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</a:t>
            </a:r>
            <a:endParaRPr lang="zh-CN" altLang="en-US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A4F78EE-A422-EB80-BB86-793B4788431C}"/>
              </a:ext>
            </a:extLst>
          </p:cNvPr>
          <p:cNvSpPr txBox="1"/>
          <p:nvPr/>
        </p:nvSpPr>
        <p:spPr>
          <a:xfrm>
            <a:off x="2900895" y="4393956"/>
            <a:ext cx="37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E</a:t>
            </a:r>
            <a:endParaRPr lang="zh-CN" altLang="en-US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248ABC6-4CF2-5416-77E7-1E041FEF1DF4}"/>
              </a:ext>
            </a:extLst>
          </p:cNvPr>
          <p:cNvSpPr txBox="1"/>
          <p:nvPr/>
        </p:nvSpPr>
        <p:spPr>
          <a:xfrm>
            <a:off x="3936751" y="4388594"/>
            <a:ext cx="37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</a:t>
            </a:r>
            <a:endParaRPr lang="zh-CN" altLang="en-US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2E37242-71E1-C531-43FC-09A9495562CE}"/>
              </a:ext>
            </a:extLst>
          </p:cNvPr>
          <p:cNvSpPr txBox="1"/>
          <p:nvPr/>
        </p:nvSpPr>
        <p:spPr>
          <a:xfrm>
            <a:off x="5136073" y="4415159"/>
            <a:ext cx="37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</a:t>
            </a:r>
            <a:endParaRPr lang="zh-CN" altLang="en-US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D0A12F8-F2D5-60C1-9A07-A675F33A926B}"/>
              </a:ext>
            </a:extLst>
          </p:cNvPr>
          <p:cNvSpPr txBox="1"/>
          <p:nvPr/>
        </p:nvSpPr>
        <p:spPr>
          <a:xfrm>
            <a:off x="2892518" y="5754490"/>
            <a:ext cx="37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59741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90</Words>
  <Application>Microsoft Office PowerPoint</Application>
  <PresentationFormat>宽屏</PresentationFormat>
  <Paragraphs>44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华文中宋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梦瑶 张</dc:creator>
  <cp:lastModifiedBy>梦瑶 张</cp:lastModifiedBy>
  <cp:revision>2</cp:revision>
  <dcterms:created xsi:type="dcterms:W3CDTF">2024-05-10T01:49:53Z</dcterms:created>
  <dcterms:modified xsi:type="dcterms:W3CDTF">2024-05-10T11:34:22Z</dcterms:modified>
</cp:coreProperties>
</file>